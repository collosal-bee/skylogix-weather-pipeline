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31B7-72E0-75A1-9985-1D8F252E4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A2D7A-5180-B6BC-1393-02EDE3C0F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E9D9-B6B7-4899-D89C-DBA2B430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CF594-3398-CE0E-8222-C148D534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BA786-DDCB-AC63-4CF6-AE2433B9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7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466E-C8BC-1B26-EDA7-5AA5FE87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B9206-5FEB-72C0-6C15-A607EBA6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6BB-852C-224A-65EE-F59DA159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BD4B0-24B5-9144-105C-ABF24421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C0F8C-37D2-DD55-3769-96442AB7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9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2FFC-3E2B-28C1-8858-32B361CD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D0784-FD95-0B57-F982-6F383E000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91A6E-BA16-BC45-24CA-E2BFCAA6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4656F-27D1-7A00-B425-3C187687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E54D6-62AE-93E2-D513-CCECF663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1DD9-A96B-632F-01EA-4A5B5560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6872-EF9E-7E86-BF0F-48B357646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16981-C77F-FFC9-548B-26FDC5180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32EC-9FDA-1D7D-5DAA-B1EC7523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FF9AA-451B-FC7E-66FA-3698F8D1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4AB1F-90F7-5F02-BDF2-DF7D41F5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1F09-E1BD-AFB8-35B4-A8980FDF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550D2-6801-4B2D-EED6-CFEE2082E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87D29-8817-EE08-E51B-410C627D2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8AB50-E1C4-64B5-97FB-14BB3CEF5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E8450-6B20-69D3-B9FF-6A3043823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6DDE5-C4DC-C2B2-DD44-FCE76565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31263-B947-B8CB-9A91-5F3A4655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745C6-E48F-F049-408A-F19B77A3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2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9E07-3DF6-74D9-B696-2EE02D3F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5310E-4B20-12DA-E5D0-1C1F2B49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F7658-0CA3-E0B7-06D5-6558C846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49C40-22C8-21FE-9D31-66043C87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3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307ED-0440-B709-5280-4676FAA8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9F18A-D269-F53D-C443-75D6F8F9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231F1-D46D-D0F6-15E5-D12019F1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8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59DB-AA3C-3193-2667-14DE91DD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8FD3-6DE2-7BC4-50FB-F2877ACD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8FE4B-449A-6BC8-3A36-4ABB9FDAA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47A1A-D9D3-09E0-E818-A03EC939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297C7-BC9E-B5CF-76DE-DAEBEF53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5EF00-13B3-0152-DD78-83D0B376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7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1EDF-EBDF-D387-6FCB-03455210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93386-7A02-A13A-DD6E-93D837072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F2097-F718-7194-1CD7-73D551895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5A19A-8C44-769E-3214-BB53E4E6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85FAC-0326-F915-5E85-6C23DE5E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F87F7-04F3-3F06-EC64-B061019B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3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27D3-92B9-C7FE-9C15-29FFA563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4A8C4-C492-AAF0-0CA9-ECFDFF34B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8242-7D17-7045-68D5-DFB24867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8CA0E-CC1E-4341-ECD6-12B8A94F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3BD8E-ED1D-5CE6-0E32-7C5F4430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7A2E85-C93B-B3EC-5EAE-3E4AC48F4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2D93C-F7C0-708F-DFB5-A7CEC67B4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022F3-B845-1D98-D7E6-06785B2E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AEE6B-422D-3688-982B-B880170D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F9FD0-C31A-8438-9B64-04B2235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0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9B7FA-0977-84FE-8375-3C26B507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3B15D-40F4-6402-0925-C05DA89C5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38F28-CFE4-8D24-7FB3-1E590DE5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DE218-4293-4858-B910-99ADB152786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7E9FF-4869-F33F-EB59-ECE412A25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90B38-EB37-EB78-D63B-CB57EB60C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A396C-0440-4A45-858F-223BD007B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E959-2CAA-F616-622A-850E77A72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Data Architecture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9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3E094C-331F-A6B6-17C2-4A057727BB81}"/>
              </a:ext>
            </a:extLst>
          </p:cNvPr>
          <p:cNvSpPr/>
          <p:nvPr/>
        </p:nvSpPr>
        <p:spPr>
          <a:xfrm>
            <a:off x="0" y="2971800"/>
            <a:ext cx="204774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OpenWeather</a:t>
            </a:r>
            <a:r>
              <a:rPr lang="en-US" dirty="0"/>
              <a:t> API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CA32D4-E29F-12D0-B94A-274D43799972}"/>
              </a:ext>
            </a:extLst>
          </p:cNvPr>
          <p:cNvSpPr/>
          <p:nvPr/>
        </p:nvSpPr>
        <p:spPr>
          <a:xfrm>
            <a:off x="2536064" y="2971800"/>
            <a:ext cx="204774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Ingest Script (Python)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600039-B39E-8BED-288A-3A99CE1557E3}"/>
              </a:ext>
            </a:extLst>
          </p:cNvPr>
          <p:cNvSpPr/>
          <p:nvPr/>
        </p:nvSpPr>
        <p:spPr>
          <a:xfrm>
            <a:off x="5072129" y="2983606"/>
            <a:ext cx="204774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MongoDB (Raw)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C0454C-FED1-46E7-B868-77E72C146145}"/>
              </a:ext>
            </a:extLst>
          </p:cNvPr>
          <p:cNvSpPr/>
          <p:nvPr/>
        </p:nvSpPr>
        <p:spPr>
          <a:xfrm>
            <a:off x="7643611" y="2983606"/>
            <a:ext cx="204774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Airflow (Scheduler)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B7867-2170-C1A6-58AC-A0D7ACB22F75}"/>
              </a:ext>
            </a:extLst>
          </p:cNvPr>
          <p:cNvSpPr/>
          <p:nvPr/>
        </p:nvSpPr>
        <p:spPr>
          <a:xfrm>
            <a:off x="10144259" y="2971800"/>
            <a:ext cx="204774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PostgreSQL (Analytics)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271F60-F00B-5068-4B93-F1041F552001}"/>
              </a:ext>
            </a:extLst>
          </p:cNvPr>
          <p:cNvSpPr/>
          <p:nvPr/>
        </p:nvSpPr>
        <p:spPr>
          <a:xfrm>
            <a:off x="9795456" y="3242256"/>
            <a:ext cx="244699" cy="373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9AF405-4405-F54B-7A1E-BB3BAAEA457F}"/>
              </a:ext>
            </a:extLst>
          </p:cNvPr>
          <p:cNvSpPr/>
          <p:nvPr/>
        </p:nvSpPr>
        <p:spPr>
          <a:xfrm>
            <a:off x="7259391" y="3254062"/>
            <a:ext cx="244699" cy="373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C4051C7-E046-5EE0-1076-571AEBBC3361}"/>
              </a:ext>
            </a:extLst>
          </p:cNvPr>
          <p:cNvSpPr/>
          <p:nvPr/>
        </p:nvSpPr>
        <p:spPr>
          <a:xfrm>
            <a:off x="4735132" y="3242256"/>
            <a:ext cx="244699" cy="373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0B6C4BB-1565-07B9-7FE0-62BB7AFC1823}"/>
              </a:ext>
            </a:extLst>
          </p:cNvPr>
          <p:cNvSpPr/>
          <p:nvPr/>
        </p:nvSpPr>
        <p:spPr>
          <a:xfrm>
            <a:off x="2206580" y="3254062"/>
            <a:ext cx="244699" cy="373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9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Data Architecture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Light Adewale</dc:creator>
  <cp:lastModifiedBy>Light Adewale</cp:lastModifiedBy>
  <cp:revision>1</cp:revision>
  <dcterms:created xsi:type="dcterms:W3CDTF">2025-12-27T13:41:49Z</dcterms:created>
  <dcterms:modified xsi:type="dcterms:W3CDTF">2025-12-27T13:42:21Z</dcterms:modified>
</cp:coreProperties>
</file>